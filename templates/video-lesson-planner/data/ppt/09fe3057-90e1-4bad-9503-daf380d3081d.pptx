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1F5F9"/>
                </a:solidFill>
              </a:rPr>
              <a:t>Welcome to What Are Functions and Why Use Them?</a:t>
            </a:r>
          </a:p>
          <a:p>
            <a:pPr algn="ctr"/>
            <a:r>
              <a:rPr sz="2400">
                <a:solidFill>
                  <a:srgbClr val="22D3EE"/>
                </a:solidFill>
              </a:rPr>
              <a:t>by manjunath kalburgi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What Are Functions?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Functions are reusable code blocks that perform specific tasks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They act like recipes, providing step-by-step instructions for tasks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Functions organize code and eliminate repetition through reuse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Function Syntax Basics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Defined using 'def' keyword followed by function name and parentheses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Parameters listed inside parentheses for input values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Indentation required for code block containing function logic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Calling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Functions are executed by calling their name with parentheses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Parameters passed during calls enable dynamic inputs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Reuse code by calling functions multiple times with different arguments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Return Values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Functions can return results using 'return' keyword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Returned values enable data flow between code components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Stored results allow reuse in calculations and other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Real-World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Functions solve practical problems like calculating areas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Break complex tasks into manageable code segments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Essential for building maintainable and scalable applications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Common Function Mistakes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Syntax errors: missing colons or incorrect indentation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Parameter handling issues: wrong number/type of arguments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Name errors: typos in function names during calls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Functions improve code organization and maintainability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Parameters enable flexible input handling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Return values create data connections between code blocks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1F5F9"/>
                </a:solidFill>
              </a:rPr>
              <a:t>Thank You</a:t>
            </a:r>
          </a:p>
          <a:p>
            <a:pPr algn="ctr"/>
            <a:r>
              <a:rPr sz="2600">
                <a:solidFill>
                  <a:srgbClr val="22D3EE"/>
                </a:solidFill>
              </a:rPr>
              <a:t>by manjunath kalburgi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