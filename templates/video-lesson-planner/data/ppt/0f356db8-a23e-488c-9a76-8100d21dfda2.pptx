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Getting Started with Docker: Your First Container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Why Docker? – The 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The classic “works on my machine” issue arises from environment differences.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packages an app with all its dependencies into a portable container.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Containers are lightweight, start instantly, and run consistently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Docker Architecture – Containers vs VMs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 VM runs a full OS with its own kernel; a container shares the host kernel.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Containers isolate the application while keeping the system efficient.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images are reusable templates stored in a registry like Docker 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Installing Docker Desktop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Download Docker Desktop from docker.com and run the installer for your OS.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Accept defaults, restart when prompted, then verify with `docker --version`.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Test the install using `docker run hello-world` to see the success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Running Your First Containers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run hello-world pulls the image, creates a container, runs it, and exits.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The output confirms the container lifecycle: pull, verify, download, run.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Run `docker run -d -p 8080:80 --name my-nginx nginx` to start a web server in the background.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Core Docker CLI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images lists all images stored locally.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pull nginx:alpine downloads a specific tagged image.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logs &lt;container&gt; shows the container’s stdout/stderr output.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exec -it &lt;container&gt; sh opens a shell inside a running container.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stop/start and docker rm manage container lifecycle; docker rmi removes images.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Exploring Docker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Visit https://hub.docker.com and search for “nginx” to view official and community images.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Official images are verified, have higher security standards, and include multiple tags.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Use docker pull nginx:alpine or docker search nginx from the CLI to find and download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Summary &amp; What’s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We covered Docker basics: concepts, installation, first containers, and key CLI commands.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Docker Hub provides access to thousands of pre‑built images for any use case.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Next lesson will show how to create custom images with a Dockerfile.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