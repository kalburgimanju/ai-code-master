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</a:rPr>
              <a:t>Welcome to Getting Started with Replit: Setting Up Your Development Environment</a:t>
            </a:r>
          </a:p>
          <a:p>
            <a:pPr algn="ctr"/>
            <a:r>
              <a:rPr sz="24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Introduction to Replit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Cloud-based IDE for coding without downloads or installations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Swiss Army knife for beginners with one-click prototyping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Focus on learning, experimenting, and building code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Removes environment setup friction for rapid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Creating Account &amp; Dashboard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Sign up via email, Google, GitHub, or magic link at replit.com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Dashboard shows recent projects, templates, and account options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Click avatar in top right for profile, billing, and settings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Use 'Create Replit' button to start new projects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Setting Up Your First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Click 'Create Replit' and choose HTML, CSS, JS template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Name your project 'My First Web Project' and create it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Editor splits into file tree, code editor, and preview/console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Live preview and console update automatically with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Editor, Console, and Preview Tour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File navigator displays index.html, style.css, script.js, and config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Code editor features syntax highlighting, autocomplete, and linting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Preview shows live HTML output; console displays logs and errors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Test with console.log('Hello, Replit!') and click Run to execute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Save/Run Cycles &amp; File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Replit auto-saves changes; manual save via floppy disk icon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Use Control + S shortcut for quick manual saves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Run button compiles and executes the current project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Changes instantly reflect in the preview panel without refreshing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Collaboration &amp; Version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Share projects via link or email using the Share button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Version Control tab tracks commit history and branches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Connect GitHub account for cloud backup and repo syncing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Push Replit projects to GitHub with one-click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1F5F9"/>
                </a:solidFill>
              </a:rPr>
              <a:t>Thank You</a:t>
            </a:r>
          </a:p>
          <a:p>
            <a:pPr algn="ctr"/>
            <a:r>
              <a:rPr sz="26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