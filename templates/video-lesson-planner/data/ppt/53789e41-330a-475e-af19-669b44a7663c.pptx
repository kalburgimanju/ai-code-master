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</a:rPr>
              <a:t>Welcome to Foundations of Social Media Marketing</a:t>
            </a:r>
          </a:p>
          <a:p>
            <a:pPr algn="ctr"/>
            <a:r>
              <a:rPr sz="24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Why a Foundation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Social media without strategy is just noise; leads to content fatigue and metric confusion.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 solid foundation turns minutes into investments toward business outcomes.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Building a strategy prevents wasted effort and unclear results.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It ensures every post drives toward a specific goal.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It helps you avoid random posting and focus on purposeful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Setting Measurable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Use SMART framework: Specific, Measurable, Achievable, Relevant, Time‑bound.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Example: increase LinkedIn comments 15% in 90 days.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Align goals with business outcomes like revenue or website traffic.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Answer three key questions before posting: what, how, deadline.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Replace vague wishes with concrete, trackable targets.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Defining Audience Personas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Personas represent ideal customers, not just demographics.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Include psychographics: interests, pain points, language style.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Example: Marketing Manager Mike (LinkedIn, data‑driven) vs. Small Business Owner Sarah (Instagram, visual).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Tailor tone, content, and posting schedule to each persona.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Research where they hang out online to place content effectively.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Choosing the Right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Don’t spread thin across every network; focus on one primary platform.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Pick the platform where your audience lives and dominates it.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Match platform to persona: LinkedIn (B2B), TikTok/Instagram (visual Gen Z), Facebook (local/older), YouTube (long‑form).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Align content type with platform expectations (e.g., no 10‑min lectures on Instagram Reels).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Prioritize mastery over breadth to maximize impact and ROI.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Quick Recap: Your Foundation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1️⃣ Measurable SMART goals tied to business outcomes.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2️⃣ Detailed audience personas with pain points and language.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3️⃣ Strategic platform selection focused on primary audience.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4️⃣ Each post answers what, who, and why before publishing.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5️⃣ Review and adjust your foundation as audience evolves.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1F5F9"/>
                </a:solidFill>
              </a:rPr>
              <a:t>Thank You</a:t>
            </a:r>
          </a:p>
          <a:p>
            <a:pPr algn="ctr"/>
            <a:r>
              <a:rPr sz="26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