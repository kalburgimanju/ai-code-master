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Building Your Motivation Roadmap from Zero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Motivation Is a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Waiting for motivation to arrive is a trap that leads to inaction.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Motivation is a system, not an unstable feeling.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 system uses triggers, anchors, and feedback to keep moving.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Small anchors like daily coffee prove you keep promises to yourself.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Build structure instead of relying on mood or inspiration.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Why Waiting Burns You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Most believe motivation shows up and propels action.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Feelings are unstable, causing burnout when relied upon.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 bicycle analogy: build and maintain, then small pushes move you.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Systems work on structure rather than fluctuating emotion.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Tiny anchors help you act without needing the right feeling.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Map Your Current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Know your start coordinates before setting any goals.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Energy: rate daily fuel 1 to 10; low is okay after failure.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Support: who can you call without explaining your mess?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Purpose: note any small 'why' like feeding yourself.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Honest mapping prevents grand goals from a depleted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Three Roadmap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Survive: ensure sleep, food, and basic safety first.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Stabilize: build rhythm with meals, contact, routine.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Build: add goals and learning only after first two zones.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Failure forces honest mapping as a clean starting line.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Honor Survive and Stabilize before attempting to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Small Anchors Beat Grand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a 5-minute evening reset instead of 10-year visions.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Write one done thing, note energy, text trust, set tiny task.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Close by saying 'system engaged' to confirm the habit.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Anchors need almost no energy so they actually succeed.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Daily anchors compound into real momentum over weeks.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Recap and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Motivation is a system; stop waiting to feel like it.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Map reality via energy, support, and purpose honestly.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Follow zones: Survive, Stabilize, then Build gradually.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Install a 5-minute evening anchor for daily proof.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You need a map and tiny anchor, not motivation, to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