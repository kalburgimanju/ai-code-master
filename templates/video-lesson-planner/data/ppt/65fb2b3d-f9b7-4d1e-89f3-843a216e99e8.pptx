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1F5F9"/>
                </a:solidFill>
              </a:rPr>
              <a:t>Welcome to Getting Started with MySQL: Connecting, Creating, and Querying</a:t>
            </a:r>
          </a:p>
          <a:p>
            <a:pPr algn="ctr"/>
            <a:r>
              <a:rPr sz="24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Course Overview &amp; Learning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Welcome to "Getting Started with MySQL: Connecting, Creating, and Querying"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Learn to install MySQL, connect, create a database, and run SELECT queries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By the end you’ll have a functional MySQL environment for real‑world apps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The lesson follows a logical workflow from setup to data retrieval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Installation &amp; Connection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Install MySQL Community Server using the official installer with default settings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Verify the service is running via task manager or `mysqld --version`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Connect using the command‑line client (`mysql -u root -p`) or MySQL Workbench GUI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Successful connection shows the MySQL prompt (`mysql&gt;`) or Workbench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Database &amp; Table Creation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Create a dedicated test database with `CREATE DATABASE IF NOT EXISTS my_testdb;`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Switch to the new database using `USE my_testdb;`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Build an `employees` table with id, name, age, position and appropriate constraints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Use `DESCRIBE employees;` to verify the table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Inserting Sample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Insert rows with `INSERT INTO employees (name, age, position) VALUES (...);`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Add multiple rows in one statement by separating value sets with commas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Verify inserted data with a simple `SELECT * FROM employees;`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Remember to work in a test database to avoid affecting production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SELECT Queries &amp;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Retrieve all columns using `SELECT * FROM employees;`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Filter rows with `WHERE` clauses, e.g., `WHERE age &gt; 25`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Sort results using `ORDER BY age ASC` or `DESC`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Limit output with `LIMIT` for pagination and always use a test environment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1F5F9"/>
                </a:solidFill>
              </a:rPr>
              <a:t>Thank You</a:t>
            </a:r>
          </a:p>
          <a:p>
            <a:pPr algn="ctr"/>
            <a:r>
              <a:rPr sz="26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