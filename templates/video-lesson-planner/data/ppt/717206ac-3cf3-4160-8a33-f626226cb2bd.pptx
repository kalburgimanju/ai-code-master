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Git 101: Installation and Your First Commit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What Is Git and Why Use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Git is a Distributed Version Control System (DVCS)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Tracks every code change like a time machine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Enables easy rollback and collaboration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Replaces manual file naming like 'final_v2.zip'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Installing Git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Download from official site: git-scm.com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Run installer and accept defaults (Git Bash on Windows)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Verify installation by opening terminal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No complex configuration needed during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Configuring Your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Set name: git config --global user.name "Your Name"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Set email: git config --global user.email "you@example.com"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Identity attaches to every commit you make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Verify with: git config --list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Creating Your First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Create project folder and open terminal inside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Initialize repo: git init (creates hidden .git folder)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Create a file: echo 'Hello, Git!' &gt; hello.txt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The .git folder stores all version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The Core Workflow: Add and Commit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Check status: git status shows untracked files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Stage changes: git add hello.txt moves to staging area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Commit snapshot: git commit -m "Descriptive message"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Write clear commit messages (not 'fixed stuff')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Verifying History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View history: git log shows commits with hash, author, date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Core commands: init, add, commit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Git provides safety net for code evolution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Next: Remote repositories and GitHub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