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1F5F9"/>
                </a:solidFill>
              </a:rPr>
              <a:t>Welcome to Introduction to CSS Flexbox</a:t>
            </a:r>
          </a:p>
          <a:p>
            <a:pPr algn="ctr"/>
            <a:r>
              <a:rPr sz="24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Understanding Flexbox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CSS Flexbox is a one‑dimensional layout model for arranging elements.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It provides an efficient way to distribute space along a main axis.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Flexbox works in both row and column directions.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It simplifies responsive designs compared to floats or 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Creating Flex Containers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Apply display:flex to turn an element into a flex container.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The default direction is row (left‑to‑right, top‑to‑bottom).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Use flex-direction to change the main axis orientation.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Containers can be inline or block‑level elements.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Flex Item Properties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Flex items are the children of a flex container.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Flex-grow lets items expand to fill remaining space.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Flex-shrink reduces items when container is too small.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Flex-basis sets the initial size before free space is distributed.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Alignment Techniques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justify-content aligns items along the main axis.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align-items aligns items along the cross axis.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align-self overrides alignment for individual items.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align-content aligns multiple lines when wrapped.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3B82F6"/>
                </a:solidFill>
              </a:rPr>
              <a:t>Practical Applications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234440"/>
            <a:ext cx="182880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Flexbox creates equal‑height columns without CSS hacks.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It centers elements horizontally and vertically easily.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Responsive layouts adapt smoothly with minimal media queries.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F1F5F9"/>
                </a:solidFill>
              </a:rPr>
              <a:t>•  Complex UI components become simpler with Flexbox.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5603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1F5F9"/>
                </a:solidFill>
              </a:rPr>
              <a:t>Thank You</a:t>
            </a:r>
          </a:p>
          <a:p>
            <a:pPr algn="ctr"/>
            <a:r>
              <a:rPr sz="2600">
                <a:solidFill>
                  <a:srgbClr val="22D3EE"/>
                </a:solidFill>
              </a:rPr>
              <a:t>by manjunath kalburgi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